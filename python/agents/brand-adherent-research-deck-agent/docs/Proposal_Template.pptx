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4"/>
  </p:notesMasterIdLst>
  <p:sldIdLst>
    <p:sldId id="256" r:id="rId2"/>
    <p:sldId id="257" r:id="rId3"/>
  </p:sldIdLst>
  <p:sldSz cx="9144000" cy="5148263"/>
  <p:notesSz cx="6858000" cy="9144000"/>
  <p:embeddedFontLst>
    <p:embeddedFont>
      <p:font typeface="Google Sans" panose="020B050303050204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>
      <p:cViewPr varScale="1">
        <p:scale>
          <a:sx n="158" d="100"/>
          <a:sy n="158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8975" y="1143000"/>
            <a:ext cx="5480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699271" y="1866231"/>
            <a:ext cx="8009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520246" y="3432231"/>
            <a:ext cx="37392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8759" y="258488"/>
            <a:ext cx="907998" cy="60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71682" y="1104900"/>
            <a:ext cx="2287" cy="11326"/>
          </a:xfrm>
          <a:custGeom>
            <a:avLst/>
            <a:gdLst/>
            <a:ahLst/>
            <a:cxnLst/>
            <a:rect l="l" t="t" r="r" b="b"/>
            <a:pathLst>
              <a:path w="2287" h="11326" extrusionOk="0">
                <a:moveTo>
                  <a:pt x="0" y="0"/>
                </a:moveTo>
                <a:lnTo>
                  <a:pt x="2287" y="0"/>
                </a:lnTo>
                <a:lnTo>
                  <a:pt x="2287" y="11326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587819" y="4760537"/>
            <a:ext cx="37903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030506" y="4759165"/>
            <a:ext cx="25573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CONFIDENTIAL. AUTHORIZED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199" y="1234911"/>
            <a:ext cx="8225023" cy="328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2"/>
          </p:nvPr>
        </p:nvSpPr>
        <p:spPr>
          <a:xfrm>
            <a:off x="457198" y="771411"/>
            <a:ext cx="82296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40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ontent">
  <p:cSld name="Agenda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9171682" y="1104900"/>
            <a:ext cx="2287" cy="11326"/>
          </a:xfrm>
          <a:custGeom>
            <a:avLst/>
            <a:gdLst/>
            <a:ahLst/>
            <a:cxnLst/>
            <a:rect l="l" t="t" r="r" b="b"/>
            <a:pathLst>
              <a:path w="2287" h="11326" extrusionOk="0">
                <a:moveTo>
                  <a:pt x="0" y="0"/>
                </a:moveTo>
                <a:lnTo>
                  <a:pt x="2287" y="0"/>
                </a:lnTo>
                <a:lnTo>
                  <a:pt x="2287" y="11326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8587819" y="4760537"/>
            <a:ext cx="37903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6030506" y="4759165"/>
            <a:ext cx="25573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CONFIDENTIAL. AUTHORIZED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199" y="944628"/>
            <a:ext cx="8225023" cy="344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9171682" y="1104900"/>
            <a:ext cx="2287" cy="11326"/>
          </a:xfrm>
          <a:custGeom>
            <a:avLst/>
            <a:gdLst/>
            <a:ahLst/>
            <a:cxnLst/>
            <a:rect l="l" t="t" r="r" b="b"/>
            <a:pathLst>
              <a:path w="2287" h="11326" extrusionOk="0">
                <a:moveTo>
                  <a:pt x="0" y="0"/>
                </a:moveTo>
                <a:lnTo>
                  <a:pt x="2287" y="0"/>
                </a:lnTo>
                <a:lnTo>
                  <a:pt x="2287" y="11326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8587819" y="4760537"/>
            <a:ext cx="37903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6030506" y="4759165"/>
            <a:ext cx="25573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CONFIDENTIAL. AUTHORIZED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199" y="1234911"/>
            <a:ext cx="4054345" cy="328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2"/>
          </p:nvPr>
        </p:nvSpPr>
        <p:spPr>
          <a:xfrm>
            <a:off x="457198" y="771411"/>
            <a:ext cx="82296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40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body" idx="3"/>
          </p:nvPr>
        </p:nvSpPr>
        <p:spPr>
          <a:xfrm>
            <a:off x="4627877" y="1234911"/>
            <a:ext cx="4054345" cy="328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ontent">
  <p:cSld name="Title and Imag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9171682" y="1104900"/>
            <a:ext cx="2287" cy="11326"/>
          </a:xfrm>
          <a:custGeom>
            <a:avLst/>
            <a:gdLst/>
            <a:ahLst/>
            <a:cxnLst/>
            <a:rect l="l" t="t" r="r" b="b"/>
            <a:pathLst>
              <a:path w="2287" h="11326" extrusionOk="0">
                <a:moveTo>
                  <a:pt x="0" y="0"/>
                </a:moveTo>
                <a:lnTo>
                  <a:pt x="2287" y="0"/>
                </a:lnTo>
                <a:lnTo>
                  <a:pt x="2287" y="11326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8587819" y="4760537"/>
            <a:ext cx="37903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6219431" y="4759165"/>
            <a:ext cx="23683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CONFIDENTIAL. AUTHORIZED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457200" y="1104900"/>
            <a:ext cx="2674391" cy="35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350" tIns="107350" rIns="107350" bIns="107350" anchor="t" anchorCtr="0">
            <a:normAutofit/>
          </a:bodyPr>
          <a:lstStyle>
            <a:lvl1pPr marL="457200" marR="0" lvl="0" indent="-3429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○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■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○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■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○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Google Sans"/>
              <a:buChar char="■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457198" y="771411"/>
            <a:ext cx="82296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40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>
            <a:spLocks noGrp="1"/>
          </p:cNvSpPr>
          <p:nvPr>
            <p:ph type="pic" idx="3"/>
          </p:nvPr>
        </p:nvSpPr>
        <p:spPr>
          <a:xfrm>
            <a:off x="3391718" y="1104900"/>
            <a:ext cx="5196658" cy="35528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ontent">
  <p:cSld name="Title and Char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9171682" y="1104900"/>
            <a:ext cx="2287" cy="11326"/>
          </a:xfrm>
          <a:custGeom>
            <a:avLst/>
            <a:gdLst/>
            <a:ahLst/>
            <a:cxnLst/>
            <a:rect l="l" t="t" r="r" b="b"/>
            <a:pathLst>
              <a:path w="2287" h="11326" extrusionOk="0">
                <a:moveTo>
                  <a:pt x="0" y="0"/>
                </a:moveTo>
                <a:lnTo>
                  <a:pt x="2287" y="0"/>
                </a:lnTo>
                <a:lnTo>
                  <a:pt x="2287" y="11326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8587819" y="4760537"/>
            <a:ext cx="37903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6219431" y="4759165"/>
            <a:ext cx="23683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CONFIDENTIAL. AUTHORIZED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457200" y="1104900"/>
            <a:ext cx="2674391" cy="35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350" tIns="107350" rIns="107350" bIns="107350" anchor="t" anchorCtr="0">
            <a:normAutofit/>
          </a:bodyPr>
          <a:lstStyle>
            <a:lvl1pPr marL="457200" marR="0" lvl="0" indent="-3429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○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■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○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■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●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Char char="○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Google Sans"/>
              <a:buChar char="■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ubTitle" idx="2"/>
          </p:nvPr>
        </p:nvSpPr>
        <p:spPr>
          <a:xfrm>
            <a:off x="457198" y="771411"/>
            <a:ext cx="82296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40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>
            <a:spLocks noGrp="1"/>
          </p:cNvSpPr>
          <p:nvPr>
            <p:ph type="chart" idx="3"/>
          </p:nvPr>
        </p:nvSpPr>
        <p:spPr>
          <a:xfrm>
            <a:off x="3342646" y="1107749"/>
            <a:ext cx="5339576" cy="354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ontent">
  <p:cSld name="Section 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457198" y="1953045"/>
            <a:ext cx="8225023" cy="88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9171682" y="1104900"/>
            <a:ext cx="2287" cy="11326"/>
          </a:xfrm>
          <a:custGeom>
            <a:avLst/>
            <a:gdLst/>
            <a:ahLst/>
            <a:cxnLst/>
            <a:rect l="l" t="t" r="r" b="b"/>
            <a:pathLst>
              <a:path w="2287" h="11326" extrusionOk="0">
                <a:moveTo>
                  <a:pt x="0" y="0"/>
                </a:moveTo>
                <a:lnTo>
                  <a:pt x="2287" y="0"/>
                </a:lnTo>
                <a:lnTo>
                  <a:pt x="2287" y="11326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8587819" y="4760537"/>
            <a:ext cx="37903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6030506" y="4759165"/>
            <a:ext cx="25573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CONFIDENTIAL. AUTHORIZED USE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1"/>
          </p:nvPr>
        </p:nvSpPr>
        <p:spPr>
          <a:xfrm>
            <a:off x="457199" y="2841441"/>
            <a:ext cx="8225023" cy="53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ctrTitle"/>
          </p:nvPr>
        </p:nvSpPr>
        <p:spPr>
          <a:xfrm>
            <a:off x="680117" y="2176964"/>
            <a:ext cx="81609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9pPr>
          </a:lstStyle>
          <a:p>
            <a:endParaRPr/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0441" y="141574"/>
            <a:ext cx="481781" cy="31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132936"/>
            <a:ext cx="7886700" cy="326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4772025"/>
            <a:ext cx="20574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4772025"/>
            <a:ext cx="30861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4772025"/>
            <a:ext cx="20574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1">
          <p15:clr>
            <a:srgbClr val="F26B43"/>
          </p15:clr>
        </p15:guide>
        <p15:guide id="2" pos="2880">
          <p15:clr>
            <a:srgbClr val="F26B43"/>
          </p15:clr>
        </p15:guide>
        <p15:guide id="3" pos="2808">
          <p15:clr>
            <a:srgbClr val="F26B43"/>
          </p15:clr>
        </p15:guide>
        <p15:guide id="4" pos="2952">
          <p15:clr>
            <a:srgbClr val="F26B43"/>
          </p15:clr>
        </p15:guide>
        <p15:guide id="5" pos="3696">
          <p15:clr>
            <a:srgbClr val="F26B43"/>
          </p15:clr>
        </p15:guide>
        <p15:guide id="6" pos="3840">
          <p15:clr>
            <a:srgbClr val="F26B43"/>
          </p15:clr>
        </p15:guide>
        <p15:guide id="7" pos="4584">
          <p15:clr>
            <a:srgbClr val="F26B43"/>
          </p15:clr>
        </p15:guide>
        <p15:guide id="8" pos="4728">
          <p15:clr>
            <a:srgbClr val="F26B43"/>
          </p15:clr>
        </p15:guide>
        <p15:guide id="9" pos="5472">
          <p15:clr>
            <a:srgbClr val="F26B43"/>
          </p15:clr>
        </p15:guide>
        <p15:guide id="10" pos="2064">
          <p15:clr>
            <a:srgbClr val="F26B43"/>
          </p15:clr>
        </p15:guide>
        <p15:guide id="11" pos="1920">
          <p15:clr>
            <a:srgbClr val="F26B43"/>
          </p15:clr>
        </p15:guide>
        <p15:guide id="12" pos="1176">
          <p15:clr>
            <a:srgbClr val="F26B43"/>
          </p15:clr>
        </p15:guide>
        <p15:guide id="13" pos="1032">
          <p15:clr>
            <a:srgbClr val="F26B43"/>
          </p15:clr>
        </p15:guide>
        <p15:guide id="14" pos="288">
          <p15:clr>
            <a:srgbClr val="F26B43"/>
          </p15:clr>
        </p15:guide>
        <p15:guide id="15" orient="horz" pos="302">
          <p15:clr>
            <a:srgbClr val="F26B43"/>
          </p15:clr>
        </p15:guide>
        <p15:guide id="16" orient="horz" pos="29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699271" y="1866231"/>
            <a:ext cx="8009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Example Template</a:t>
            </a:r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ubTitle" idx="1"/>
          </p:nvPr>
        </p:nvSpPr>
        <p:spPr>
          <a:xfrm>
            <a:off x="2520246" y="3432231"/>
            <a:ext cx="3739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Team Alpha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457200" y="479425"/>
            <a:ext cx="8229600" cy="27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</a:pPr>
            <a:r>
              <a:rPr lang="en-US" dirty="0"/>
              <a:t>Title 1</a:t>
            </a:r>
            <a:endParaRPr dirty="0"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>
            <a:off x="457199" y="1234911"/>
            <a:ext cx="8225023" cy="328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4294967295"/>
          </p:nvPr>
        </p:nvSpPr>
        <p:spPr>
          <a:xfrm>
            <a:off x="457200" y="779187"/>
            <a:ext cx="8225022" cy="24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55C51"/>
              </a:buClr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os2025">
  <a:themeElements>
    <a:clrScheme name="Syneos2025">
      <a:dk1>
        <a:srgbClr val="FFFFFF"/>
      </a:dk1>
      <a:lt1>
        <a:srgbClr val="101820"/>
      </a:lt1>
      <a:dk2>
        <a:srgbClr val="FF671F"/>
      </a:dk2>
      <a:lt2>
        <a:srgbClr val="BFB8AF"/>
      </a:lt2>
      <a:accent1>
        <a:srgbClr val="EB3300"/>
      </a:accent1>
      <a:accent2>
        <a:srgbClr val="FF9E1B"/>
      </a:accent2>
      <a:accent3>
        <a:srgbClr val="6C1D45"/>
      </a:accent3>
      <a:accent4>
        <a:srgbClr val="F2C6CF"/>
      </a:accent4>
      <a:accent5>
        <a:srgbClr val="003C4C"/>
      </a:accent5>
      <a:accent6>
        <a:srgbClr val="DBE341"/>
      </a:accent6>
      <a:hlink>
        <a:srgbClr val="B74171"/>
      </a:hlink>
      <a:folHlink>
        <a:srgbClr val="007D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Custom</PresentationFormat>
  <Paragraphs>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Google Sans</vt:lpstr>
      <vt:lpstr>Arial</vt:lpstr>
      <vt:lpstr>syneos2025</vt:lpstr>
      <vt:lpstr>Example Template</vt:lpstr>
      <vt:lpstr>Title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Template</dc:title>
  <cp:lastModifiedBy>Renee Zhang</cp:lastModifiedBy>
  <cp:revision>1</cp:revision>
  <dcterms:modified xsi:type="dcterms:W3CDTF">2026-03-24T00:07:42Z</dcterms:modified>
</cp:coreProperties>
</file>